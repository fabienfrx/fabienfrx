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71" r:id="rId2"/>
    <p:sldId id="257" r:id="rId3"/>
    <p:sldId id="258" r:id="rId4"/>
    <p:sldId id="261" r:id="rId5"/>
    <p:sldId id="262" r:id="rId6"/>
    <p:sldId id="273" r:id="rId7"/>
    <p:sldId id="276" r:id="rId8"/>
    <p:sldId id="277" r:id="rId9"/>
    <p:sldId id="279" r:id="rId10"/>
    <p:sldId id="278" r:id="rId11"/>
    <p:sldId id="280" r:id="rId12"/>
  </p:sldIdLst>
  <p:sldSz cx="18288000" cy="10287000"/>
  <p:notesSz cx="6858000" cy="9144000"/>
  <p:embeddedFontLst>
    <p:embeddedFont>
      <p:font typeface="Cy Grotesk Wide"/>
      <p:regular r:id="rId14"/>
    </p:embeddedFont>
    <p:embeddedFont>
      <p:font typeface="Cy Grotesk Wide Bold"/>
      <p:regular r:id="rId15"/>
      <p:bold r:id="rId16"/>
    </p:embeddedFont>
    <p:embeddedFont>
      <p:font typeface="Cy Grotesk Wide Semi-Bold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AD80"/>
    <a:srgbClr val="8EB5AE"/>
    <a:srgbClr val="DF5C3E"/>
    <a:srgbClr val="064C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00" autoAdjust="0"/>
  </p:normalViewPr>
  <p:slideViewPr>
    <p:cSldViewPr>
      <p:cViewPr>
        <p:scale>
          <a:sx n="63" d="100"/>
          <a:sy n="63" d="100"/>
        </p:scale>
        <p:origin x="1264" y="8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Durand arranz herranz" userId="S::evan.durand-arranz-herranz@epitech.eu::b09da8b2-997d-461f-83b7-7796028b01ca" providerId="AD" clId="Web-{7EEBC6F2-D248-B420-36E6-85708DC925E6}"/>
    <pc:docChg chg="modSld">
      <pc:chgData name="Evan Durand arranz herranz" userId="S::evan.durand-arranz-herranz@epitech.eu::b09da8b2-997d-461f-83b7-7796028b01ca" providerId="AD" clId="Web-{7EEBC6F2-D248-B420-36E6-85708DC925E6}" dt="2026-02-05T11:09:46.451" v="1" actId="1076"/>
      <pc:docMkLst>
        <pc:docMk/>
      </pc:docMkLst>
      <pc:sldChg chg="modSp">
        <pc:chgData name="Evan Durand arranz herranz" userId="S::evan.durand-arranz-herranz@epitech.eu::b09da8b2-997d-461f-83b7-7796028b01ca" providerId="AD" clId="Web-{7EEBC6F2-D248-B420-36E6-85708DC925E6}" dt="2026-02-05T11:09:46.451" v="1" actId="1076"/>
        <pc:sldMkLst>
          <pc:docMk/>
          <pc:sldMk cId="0" sldId="256"/>
        </pc:sldMkLst>
        <pc:grpChg chg="mod">
          <ac:chgData name="Evan Durand arranz herranz" userId="S::evan.durand-arranz-herranz@epitech.eu::b09da8b2-997d-461f-83b7-7796028b01ca" providerId="AD" clId="Web-{7EEBC6F2-D248-B420-36E6-85708DC925E6}" dt="2026-02-05T11:09:46.451" v="1" actId="1076"/>
          <ac:grpSpMkLst>
            <pc:docMk/>
            <pc:sldMk cId="0" sldId="256"/>
            <ac:grpSpMk id="5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Raymond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Raymond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36.2 -&gt; justifier technologies et materiel</a:t>
            </a:r>
          </a:p>
          <a:p>
            <a:endParaRPr lang="en-US"/>
          </a:p>
          <a:p>
            <a:r>
              <a:rPr lang="en-US"/>
              <a:t>37.1 -&gt; justifier le recrutement de chaque personne</a:t>
            </a:r>
          </a:p>
          <a:p>
            <a:endParaRPr lang="en-US"/>
          </a:p>
          <a:p>
            <a:r>
              <a:rPr lang="en-US"/>
              <a:t>37.2 -&gt; expliquer le rôle de chaque personne au sein du groupe (cheffe de proj, scub master, etc...)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7C4E0-B2FE-75ED-77A8-5212ABB4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76692623-F26B-ABBF-2401-5E38EE677A09}"/>
              </a:ext>
            </a:extLst>
          </p:cNvPr>
          <p:cNvSpPr txBox="1"/>
          <p:nvPr/>
        </p:nvSpPr>
        <p:spPr>
          <a:xfrm>
            <a:off x="2658277" y="1803551"/>
            <a:ext cx="12267312" cy="581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66"/>
              </a:lnSpc>
            </a:pPr>
            <a:r>
              <a:rPr lang="en-US" sz="8261" b="1" dirty="0">
                <a:solidFill>
                  <a:srgbClr val="064C7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EVALUATION DES COMPÉTENCES</a:t>
            </a:r>
          </a:p>
          <a:p>
            <a:pPr algn="l">
              <a:lnSpc>
                <a:spcPts val="11566"/>
              </a:lnSpc>
            </a:pPr>
            <a:r>
              <a:rPr lang="en-US" sz="8261" b="1" dirty="0">
                <a:solidFill>
                  <a:srgbClr val="064C7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CERTIFICATIVES</a:t>
            </a:r>
          </a:p>
          <a:p>
            <a:pPr algn="l">
              <a:lnSpc>
                <a:spcPts val="11566"/>
              </a:lnSpc>
            </a:pPr>
            <a:r>
              <a:rPr lang="en-US" sz="8261" b="1" dirty="0">
                <a:solidFill>
                  <a:srgbClr val="064C7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BLOC 2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C87DDDA7-7551-7DAB-E0F5-81038565317F}"/>
              </a:ext>
            </a:extLst>
          </p:cNvPr>
          <p:cNvSpPr/>
          <p:nvPr/>
        </p:nvSpPr>
        <p:spPr>
          <a:xfrm flipV="1">
            <a:off x="2658277" y="7672438"/>
            <a:ext cx="946444" cy="0"/>
          </a:xfrm>
          <a:prstGeom prst="line">
            <a:avLst/>
          </a:prstGeom>
          <a:ln w="57150" cap="flat">
            <a:solidFill>
              <a:srgbClr val="EAAC8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solidFill>
                <a:srgbClr val="064C72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7DE30936-EAE8-BED4-AE76-0B1702928253}"/>
              </a:ext>
            </a:extLst>
          </p:cNvPr>
          <p:cNvSpPr/>
          <p:nvPr/>
        </p:nvSpPr>
        <p:spPr>
          <a:xfrm flipV="1">
            <a:off x="2658277" y="1909789"/>
            <a:ext cx="946444" cy="0"/>
          </a:xfrm>
          <a:prstGeom prst="line">
            <a:avLst/>
          </a:prstGeom>
          <a:ln w="57150" cap="flat">
            <a:solidFill>
              <a:srgbClr val="EAAC8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solidFill>
                <a:srgbClr val="064C72"/>
              </a:solidFill>
            </a:endParaRP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05B453F0-35CD-EBF4-6FBD-B2A8B31D0E4C}"/>
              </a:ext>
            </a:extLst>
          </p:cNvPr>
          <p:cNvGrpSpPr/>
          <p:nvPr/>
        </p:nvGrpSpPr>
        <p:grpSpPr>
          <a:xfrm rot="5400000">
            <a:off x="16906872" y="3534145"/>
            <a:ext cx="2571750" cy="643979"/>
            <a:chOff x="0" y="0"/>
            <a:chExt cx="731571" cy="183189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42D6F516-F83B-D73D-74EB-697656D02063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DF5C3E"/>
            </a:solidFill>
          </p:spPr>
          <p:txBody>
            <a:bodyPr/>
            <a:lstStyle/>
            <a:p>
              <a:endParaRPr lang="fr-FR" dirty="0">
                <a:solidFill>
                  <a:srgbClr val="064C72"/>
                </a:solidFill>
              </a:endParaRPr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9F796070-7E8E-86B9-1480-D9B63757E0FC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13E34914-FAEF-4107-E4FD-153B81B58DC3}"/>
              </a:ext>
            </a:extLst>
          </p:cNvPr>
          <p:cNvGrpSpPr/>
          <p:nvPr/>
        </p:nvGrpSpPr>
        <p:grpSpPr>
          <a:xfrm rot="5400000">
            <a:off x="16906128" y="6108131"/>
            <a:ext cx="2573241" cy="643979"/>
            <a:chOff x="0" y="0"/>
            <a:chExt cx="731995" cy="183189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01D294C-78B3-A6E1-7871-7232A516FA94}"/>
                </a:ext>
              </a:extLst>
            </p:cNvPr>
            <p:cNvSpPr/>
            <p:nvPr/>
          </p:nvSpPr>
          <p:spPr>
            <a:xfrm>
              <a:off x="0" y="0"/>
              <a:ext cx="731995" cy="183189"/>
            </a:xfrm>
            <a:custGeom>
              <a:avLst/>
              <a:gdLst/>
              <a:ahLst/>
              <a:cxnLst/>
              <a:rect l="l" t="t" r="r" b="b"/>
              <a:pathLst>
                <a:path w="731995" h="183189">
                  <a:moveTo>
                    <a:pt x="0" y="0"/>
                  </a:moveTo>
                  <a:lnTo>
                    <a:pt x="731995" y="0"/>
                  </a:lnTo>
                  <a:lnTo>
                    <a:pt x="731995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8EB5AE"/>
            </a:solidFill>
          </p:spPr>
          <p:txBody>
            <a:bodyPr/>
            <a:lstStyle/>
            <a:p>
              <a:endParaRPr lang="fr-FR">
                <a:solidFill>
                  <a:srgbClr val="064C72"/>
                </a:solidFill>
              </a:endParaRPr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0E790797-DD0B-9B4A-6F37-CC1CBE8BB13B}"/>
                </a:ext>
              </a:extLst>
            </p:cNvPr>
            <p:cNvSpPr txBox="1"/>
            <p:nvPr/>
          </p:nvSpPr>
          <p:spPr>
            <a:xfrm>
              <a:off x="0" y="-38100"/>
              <a:ext cx="731995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85404BA4-3E4C-2596-BC00-12DEB53800A9}"/>
              </a:ext>
            </a:extLst>
          </p:cNvPr>
          <p:cNvGrpSpPr/>
          <p:nvPr/>
        </p:nvGrpSpPr>
        <p:grpSpPr>
          <a:xfrm rot="5400000">
            <a:off x="16906873" y="8679137"/>
            <a:ext cx="2571750" cy="643979"/>
            <a:chOff x="0" y="0"/>
            <a:chExt cx="731571" cy="183189"/>
          </a:xfrm>
        </p:grpSpPr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635CA80E-3277-1CE5-C756-A547AE47CA7C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EAAC80"/>
            </a:solidFill>
          </p:spPr>
          <p:txBody>
            <a:bodyPr/>
            <a:lstStyle/>
            <a:p>
              <a:endParaRPr lang="fr-FR">
                <a:solidFill>
                  <a:srgbClr val="064C72"/>
                </a:solidFill>
              </a:endParaRPr>
            </a:p>
          </p:txBody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11D878E8-21B8-1923-D78E-76ACAC35A70B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grpSp>
        <p:nvGrpSpPr>
          <p:cNvPr id="16" name="Group 14">
            <a:extLst>
              <a:ext uri="{FF2B5EF4-FFF2-40B4-BE49-F238E27FC236}">
                <a16:creationId xmlns:a16="http://schemas.microsoft.com/office/drawing/2014/main" id="{F542CF3E-9687-4B30-B685-0D8B0DFA7E01}"/>
              </a:ext>
            </a:extLst>
          </p:cNvPr>
          <p:cNvGrpSpPr/>
          <p:nvPr/>
        </p:nvGrpSpPr>
        <p:grpSpPr>
          <a:xfrm rot="5400000">
            <a:off x="16906872" y="968524"/>
            <a:ext cx="2571750" cy="643979"/>
            <a:chOff x="0" y="0"/>
            <a:chExt cx="731571" cy="183189"/>
          </a:xfrm>
        </p:grpSpPr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EED5E3BD-A79B-2FB6-430E-2A1B5385020D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064C72"/>
            </a:solidFill>
          </p:spPr>
          <p:txBody>
            <a:bodyPr/>
            <a:lstStyle/>
            <a:p>
              <a:endParaRPr lang="fr-FR" dirty="0">
                <a:solidFill>
                  <a:srgbClr val="064C72"/>
                </a:solidFill>
              </a:endParaRPr>
            </a:p>
          </p:txBody>
        </p: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0781D0F3-8BB0-EDAD-A083-DE7C3ED18F71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sp>
        <p:nvSpPr>
          <p:cNvPr id="19" name="TextBox 17">
            <a:extLst>
              <a:ext uri="{FF2B5EF4-FFF2-40B4-BE49-F238E27FC236}">
                <a16:creationId xmlns:a16="http://schemas.microsoft.com/office/drawing/2014/main" id="{96EAF1C3-BD9B-E26D-8BBB-83A8217D9617}"/>
              </a:ext>
            </a:extLst>
          </p:cNvPr>
          <p:cNvSpPr txBox="1"/>
          <p:nvPr/>
        </p:nvSpPr>
        <p:spPr>
          <a:xfrm>
            <a:off x="1042873" y="8559437"/>
            <a:ext cx="15498119" cy="4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62"/>
              </a:lnSpc>
            </a:pPr>
            <a:r>
              <a:rPr lang="en-US" sz="2615" b="1" dirty="0">
                <a:solidFill>
                  <a:srgbClr val="064C72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Berard Andi, Durand Arranz Herranz Evan, </a:t>
            </a:r>
            <a:r>
              <a:rPr lang="en-US" sz="2615" b="1" dirty="0" err="1">
                <a:solidFill>
                  <a:srgbClr val="064C72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Fraixanet</a:t>
            </a:r>
            <a:r>
              <a:rPr lang="en-US" sz="2615" b="1" dirty="0">
                <a:solidFill>
                  <a:srgbClr val="064C72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 Fabien, </a:t>
            </a:r>
            <a:r>
              <a:rPr lang="en-US" sz="2615" b="1" dirty="0" err="1">
                <a:solidFill>
                  <a:srgbClr val="064C72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Kersuzan</a:t>
            </a:r>
            <a:r>
              <a:rPr lang="en-US" sz="2615" b="1" dirty="0">
                <a:solidFill>
                  <a:srgbClr val="064C72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 Marceau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668E5854-05B9-B9EC-CCCE-0F0DCFE4D966}"/>
              </a:ext>
            </a:extLst>
          </p:cNvPr>
          <p:cNvSpPr txBox="1"/>
          <p:nvPr/>
        </p:nvSpPr>
        <p:spPr>
          <a:xfrm>
            <a:off x="2658277" y="808840"/>
            <a:ext cx="3444175" cy="43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sz="2615" spc="829" dirty="0">
                <a:solidFill>
                  <a:srgbClr val="064C7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EPITECH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2A757DFB-1643-B1E4-BF63-9CDF37360B48}"/>
              </a:ext>
            </a:extLst>
          </p:cNvPr>
          <p:cNvSpPr txBox="1"/>
          <p:nvPr/>
        </p:nvSpPr>
        <p:spPr>
          <a:xfrm rot="-5400000">
            <a:off x="-31428" y="771386"/>
            <a:ext cx="1567206" cy="514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1" b="1" dirty="0">
                <a:solidFill>
                  <a:srgbClr val="064C72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474402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4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4">
            <a:extLst>
              <a:ext uri="{FF2B5EF4-FFF2-40B4-BE49-F238E27FC236}">
                <a16:creationId xmlns:a16="http://schemas.microsoft.com/office/drawing/2014/main" id="{F35C0052-1718-4A86-132C-32465CBCE7E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5400000">
            <a:off x="4045937" y="-4045937"/>
            <a:ext cx="10287002" cy="18378875"/>
            <a:chOff x="0" y="0"/>
            <a:chExt cx="731571" cy="183189"/>
          </a:xfrm>
        </p:grpSpPr>
        <p:sp>
          <p:nvSpPr>
            <p:cNvPr id="12" name="Freeform 15">
              <a:extLst>
                <a:ext uri="{FF2B5EF4-FFF2-40B4-BE49-F238E27FC236}">
                  <a16:creationId xmlns:a16="http://schemas.microsoft.com/office/drawing/2014/main" id="{1B697826-743F-B038-86FA-7DE43D9130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064C72"/>
            </a:solidFill>
          </p:spPr>
          <p:txBody>
            <a:bodyPr/>
            <a:lstStyle/>
            <a:p>
              <a:endParaRPr lang="fr-FR" dirty="0">
                <a:solidFill>
                  <a:srgbClr val="064C72"/>
                </a:solidFill>
              </a:endParaRPr>
            </a:p>
          </p:txBody>
        </p:sp>
        <p:sp>
          <p:nvSpPr>
            <p:cNvPr id="13" name="TextBox 16">
              <a:extLst>
                <a:ext uri="{FF2B5EF4-FFF2-40B4-BE49-F238E27FC236}">
                  <a16:creationId xmlns:a16="http://schemas.microsoft.com/office/drawing/2014/main" id="{1DBA961F-C062-08F7-096F-F5F6BD91D6D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12560017" y="-353916"/>
            <a:ext cx="5174878" cy="297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59"/>
              </a:lnSpc>
            </a:pPr>
            <a:r>
              <a:rPr lang="en-US" sz="18542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9114" y="306139"/>
            <a:ext cx="5158870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C06.1</a:t>
            </a:r>
          </a:p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C06.2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15789848" y="7697974"/>
            <a:ext cx="4534073" cy="643979"/>
            <a:chOff x="0" y="0"/>
            <a:chExt cx="1289781" cy="183189"/>
          </a:xfrm>
          <a:solidFill>
            <a:srgbClr val="DF5C3E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289781" cy="183189"/>
            </a:xfrm>
            <a:custGeom>
              <a:avLst/>
              <a:gdLst/>
              <a:ahLst/>
              <a:cxnLst/>
              <a:rect l="l" t="t" r="r" b="b"/>
              <a:pathLst>
                <a:path w="1289781" h="183189">
                  <a:moveTo>
                    <a:pt x="0" y="0"/>
                  </a:moveTo>
                  <a:lnTo>
                    <a:pt x="1289781" y="0"/>
                  </a:lnTo>
                  <a:lnTo>
                    <a:pt x="128978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8978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988406" y="4076700"/>
            <a:ext cx="12311187" cy="281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ETUDE COMPARATIVE ET IDENTIFICATION DES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4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94760E9-09BE-62A5-0692-A9D833D7F7BC}"/>
              </a:ext>
            </a:extLst>
          </p:cNvPr>
          <p:cNvGrpSpPr/>
          <p:nvPr/>
        </p:nvGrpSpPr>
        <p:grpSpPr>
          <a:xfrm rot="5400000">
            <a:off x="4045937" y="-4045937"/>
            <a:ext cx="10287002" cy="18378875"/>
            <a:chOff x="0" y="0"/>
            <a:chExt cx="731571" cy="183189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B1D49D9F-2A1B-4654-517C-5FA3F93F6BDA}"/>
                </a:ext>
              </a:extLst>
            </p:cNvPr>
            <p:cNvSpPr>
              <a:spLocks/>
            </p:cNvSpPr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064C72"/>
            </a:solidFill>
          </p:spPr>
          <p:txBody>
            <a:bodyPr/>
            <a:lstStyle/>
            <a:p>
              <a:endParaRPr lang="fr-FR" dirty="0">
                <a:solidFill>
                  <a:srgbClr val="064C72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A61CEB-E9FD-BDA2-876B-CA11AD463D5C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560017" y="-353916"/>
            <a:ext cx="5174878" cy="297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59"/>
              </a:lnSpc>
            </a:pPr>
            <a:r>
              <a:rPr lang="en-US" sz="18542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9114" y="306139"/>
            <a:ext cx="4427949" cy="1844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C07.1</a:t>
            </a:r>
          </a:p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C07.2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11176" y="3635057"/>
            <a:ext cx="11465648" cy="281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ETUDE SECURITE INFORMATIQUE ET VEILLE SECURITE INFORMATIQUE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B6A78E8F-ED9A-89DB-8B12-DB9233DB2A14}"/>
              </a:ext>
            </a:extLst>
          </p:cNvPr>
          <p:cNvGrpSpPr/>
          <p:nvPr/>
        </p:nvGrpSpPr>
        <p:grpSpPr>
          <a:xfrm rot="5400000">
            <a:off x="15789848" y="7697974"/>
            <a:ext cx="4534073" cy="643979"/>
            <a:chOff x="0" y="0"/>
            <a:chExt cx="1289781" cy="183189"/>
          </a:xfrm>
          <a:solidFill>
            <a:srgbClr val="DF5C3E"/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F3AEB38-EB96-47B2-509B-49C6AA82FC55}"/>
                </a:ext>
              </a:extLst>
            </p:cNvPr>
            <p:cNvSpPr/>
            <p:nvPr/>
          </p:nvSpPr>
          <p:spPr>
            <a:xfrm>
              <a:off x="0" y="0"/>
              <a:ext cx="1289781" cy="183189"/>
            </a:xfrm>
            <a:custGeom>
              <a:avLst/>
              <a:gdLst/>
              <a:ahLst/>
              <a:cxnLst/>
              <a:rect l="l" t="t" r="r" b="b"/>
              <a:pathLst>
                <a:path w="1289781" h="183189">
                  <a:moveTo>
                    <a:pt x="0" y="0"/>
                  </a:moveTo>
                  <a:lnTo>
                    <a:pt x="1289781" y="0"/>
                  </a:lnTo>
                  <a:lnTo>
                    <a:pt x="128978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39A9B25B-9C26-DBF4-8B12-0811BC9A4A0D}"/>
                </a:ext>
              </a:extLst>
            </p:cNvPr>
            <p:cNvSpPr txBox="1"/>
            <p:nvPr/>
          </p:nvSpPr>
          <p:spPr>
            <a:xfrm>
              <a:off x="0" y="-38100"/>
              <a:ext cx="128978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B5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4">
            <a:extLst>
              <a:ext uri="{FF2B5EF4-FFF2-40B4-BE49-F238E27FC236}">
                <a16:creationId xmlns:a16="http://schemas.microsoft.com/office/drawing/2014/main" id="{A3ACF473-C4A9-9674-1E4A-D949852A5F30}"/>
              </a:ext>
            </a:extLst>
          </p:cNvPr>
          <p:cNvGrpSpPr/>
          <p:nvPr/>
        </p:nvGrpSpPr>
        <p:grpSpPr>
          <a:xfrm rot="5400000">
            <a:off x="2476499" y="-2476500"/>
            <a:ext cx="10287000" cy="15240000"/>
            <a:chOff x="0" y="0"/>
            <a:chExt cx="1289781" cy="183189"/>
          </a:xfrm>
          <a:solidFill>
            <a:srgbClr val="DF5C3E"/>
          </a:solidFill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11B79C60-67E2-769E-9B06-F17A8D239555}"/>
                </a:ext>
              </a:extLst>
            </p:cNvPr>
            <p:cNvSpPr/>
            <p:nvPr/>
          </p:nvSpPr>
          <p:spPr>
            <a:xfrm>
              <a:off x="0" y="0"/>
              <a:ext cx="1289781" cy="183189"/>
            </a:xfrm>
            <a:custGeom>
              <a:avLst/>
              <a:gdLst/>
              <a:ahLst/>
              <a:cxnLst/>
              <a:rect l="l" t="t" r="r" b="b"/>
              <a:pathLst>
                <a:path w="1289781" h="183189">
                  <a:moveTo>
                    <a:pt x="0" y="0"/>
                  </a:moveTo>
                  <a:lnTo>
                    <a:pt x="1289781" y="0"/>
                  </a:lnTo>
                  <a:lnTo>
                    <a:pt x="128978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6">
              <a:extLst>
                <a:ext uri="{FF2B5EF4-FFF2-40B4-BE49-F238E27FC236}">
                  <a16:creationId xmlns:a16="http://schemas.microsoft.com/office/drawing/2014/main" id="{D610702F-F665-627B-19FF-CE4C4F1FABEE}"/>
                </a:ext>
              </a:extLst>
            </p:cNvPr>
            <p:cNvSpPr txBox="1"/>
            <p:nvPr/>
          </p:nvSpPr>
          <p:spPr>
            <a:xfrm>
              <a:off x="0" y="-38100"/>
              <a:ext cx="128978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 dirty="0"/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4536352" y="3209900"/>
            <a:ext cx="9215296" cy="1844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PROTOTYPES ET COMPARATIFS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60017" y="-353916"/>
            <a:ext cx="5174878" cy="297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59"/>
              </a:lnSpc>
            </a:pPr>
            <a:r>
              <a:rPr lang="en-US" sz="18542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9114" y="306139"/>
            <a:ext cx="4536286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C08.1</a:t>
            </a:r>
          </a:p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C08.2</a:t>
            </a:r>
          </a:p>
        </p:txBody>
      </p:sp>
      <p:grpSp>
        <p:nvGrpSpPr>
          <p:cNvPr id="33" name="Group 4">
            <a:extLst>
              <a:ext uri="{FF2B5EF4-FFF2-40B4-BE49-F238E27FC236}">
                <a16:creationId xmlns:a16="http://schemas.microsoft.com/office/drawing/2014/main" id="{AECE2689-7AB4-2CDC-AAFE-178CAD6DDDA7}"/>
              </a:ext>
            </a:extLst>
          </p:cNvPr>
          <p:cNvGrpSpPr/>
          <p:nvPr/>
        </p:nvGrpSpPr>
        <p:grpSpPr>
          <a:xfrm rot="5400000">
            <a:off x="15789848" y="7697974"/>
            <a:ext cx="4534073" cy="643979"/>
            <a:chOff x="0" y="0"/>
            <a:chExt cx="1289781" cy="183189"/>
          </a:xfrm>
          <a:solidFill>
            <a:srgbClr val="8EB5AE"/>
          </a:solidFill>
        </p:grpSpPr>
        <p:sp>
          <p:nvSpPr>
            <p:cNvPr id="34" name="Freeform 5">
              <a:extLst>
                <a:ext uri="{FF2B5EF4-FFF2-40B4-BE49-F238E27FC236}">
                  <a16:creationId xmlns:a16="http://schemas.microsoft.com/office/drawing/2014/main" id="{896ED8A1-FEAC-9103-9F69-62B6B650E273}"/>
                </a:ext>
              </a:extLst>
            </p:cNvPr>
            <p:cNvSpPr/>
            <p:nvPr/>
          </p:nvSpPr>
          <p:spPr>
            <a:xfrm>
              <a:off x="0" y="0"/>
              <a:ext cx="1289781" cy="183189"/>
            </a:xfrm>
            <a:custGeom>
              <a:avLst/>
              <a:gdLst/>
              <a:ahLst/>
              <a:cxnLst/>
              <a:rect l="l" t="t" r="r" b="b"/>
              <a:pathLst>
                <a:path w="1289781" h="183189">
                  <a:moveTo>
                    <a:pt x="0" y="0"/>
                  </a:moveTo>
                  <a:lnTo>
                    <a:pt x="1289781" y="0"/>
                  </a:lnTo>
                  <a:lnTo>
                    <a:pt x="128978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Box 6">
              <a:extLst>
                <a:ext uri="{FF2B5EF4-FFF2-40B4-BE49-F238E27FC236}">
                  <a16:creationId xmlns:a16="http://schemas.microsoft.com/office/drawing/2014/main" id="{F7D99351-02B3-D715-7E81-38AC807467FE}"/>
                </a:ext>
              </a:extLst>
            </p:cNvPr>
            <p:cNvSpPr txBox="1"/>
            <p:nvPr/>
          </p:nvSpPr>
          <p:spPr>
            <a:xfrm>
              <a:off x="0" y="-38100"/>
              <a:ext cx="128978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B5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4">
            <a:extLst>
              <a:ext uri="{FF2B5EF4-FFF2-40B4-BE49-F238E27FC236}">
                <a16:creationId xmlns:a16="http://schemas.microsoft.com/office/drawing/2014/main" id="{027558E4-E179-FF91-6900-EAD0225A73F2}"/>
              </a:ext>
            </a:extLst>
          </p:cNvPr>
          <p:cNvGrpSpPr/>
          <p:nvPr/>
        </p:nvGrpSpPr>
        <p:grpSpPr>
          <a:xfrm rot="5400000">
            <a:off x="2476499" y="-2476500"/>
            <a:ext cx="10287000" cy="15240000"/>
            <a:chOff x="0" y="0"/>
            <a:chExt cx="1289781" cy="183189"/>
          </a:xfrm>
          <a:solidFill>
            <a:srgbClr val="DF5C3E"/>
          </a:soli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87B4C834-BDB5-154E-F153-B8B28900B640}"/>
                </a:ext>
              </a:extLst>
            </p:cNvPr>
            <p:cNvSpPr/>
            <p:nvPr/>
          </p:nvSpPr>
          <p:spPr>
            <a:xfrm>
              <a:off x="0" y="0"/>
              <a:ext cx="1289781" cy="183189"/>
            </a:xfrm>
            <a:custGeom>
              <a:avLst/>
              <a:gdLst/>
              <a:ahLst/>
              <a:cxnLst/>
              <a:rect l="l" t="t" r="r" b="b"/>
              <a:pathLst>
                <a:path w="1289781" h="183189">
                  <a:moveTo>
                    <a:pt x="0" y="0"/>
                  </a:moveTo>
                  <a:lnTo>
                    <a:pt x="1289781" y="0"/>
                  </a:lnTo>
                  <a:lnTo>
                    <a:pt x="128978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6">
              <a:extLst>
                <a:ext uri="{FF2B5EF4-FFF2-40B4-BE49-F238E27FC236}">
                  <a16:creationId xmlns:a16="http://schemas.microsoft.com/office/drawing/2014/main" id="{827784E6-9DC5-D6BF-82A2-1628C915DCA1}"/>
                </a:ext>
              </a:extLst>
            </p:cNvPr>
            <p:cNvSpPr txBox="1"/>
            <p:nvPr/>
          </p:nvSpPr>
          <p:spPr>
            <a:xfrm>
              <a:off x="0" y="-38100"/>
              <a:ext cx="128978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 dirty="0"/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3487376" y="3907936"/>
            <a:ext cx="11313248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ARCHITECTURE ET INTEGRATION TECHNIQUE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60017" y="-353916"/>
            <a:ext cx="5174878" cy="297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59"/>
              </a:lnSpc>
            </a:pPr>
            <a:r>
              <a:rPr lang="en-US" sz="18542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9114" y="306139"/>
            <a:ext cx="5526886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C09.1</a:t>
            </a:r>
          </a:p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C09.2</a:t>
            </a: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05705C60-9B3B-FC83-7612-D0670844317A}"/>
              </a:ext>
            </a:extLst>
          </p:cNvPr>
          <p:cNvGrpSpPr/>
          <p:nvPr/>
        </p:nvGrpSpPr>
        <p:grpSpPr>
          <a:xfrm rot="5400000">
            <a:off x="15789848" y="7697974"/>
            <a:ext cx="4534073" cy="643979"/>
            <a:chOff x="0" y="0"/>
            <a:chExt cx="1289781" cy="183189"/>
          </a:xfrm>
          <a:solidFill>
            <a:srgbClr val="8EB5AE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1FBF9169-AB3F-79EC-89BE-ACDBA26861EB}"/>
                </a:ext>
              </a:extLst>
            </p:cNvPr>
            <p:cNvSpPr/>
            <p:nvPr/>
          </p:nvSpPr>
          <p:spPr>
            <a:xfrm>
              <a:off x="0" y="0"/>
              <a:ext cx="1289781" cy="183189"/>
            </a:xfrm>
            <a:custGeom>
              <a:avLst/>
              <a:gdLst/>
              <a:ahLst/>
              <a:cxnLst/>
              <a:rect l="l" t="t" r="r" b="b"/>
              <a:pathLst>
                <a:path w="1289781" h="183189">
                  <a:moveTo>
                    <a:pt x="0" y="0"/>
                  </a:moveTo>
                  <a:lnTo>
                    <a:pt x="1289781" y="0"/>
                  </a:lnTo>
                  <a:lnTo>
                    <a:pt x="128978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6">
              <a:extLst>
                <a:ext uri="{FF2B5EF4-FFF2-40B4-BE49-F238E27FC236}">
                  <a16:creationId xmlns:a16="http://schemas.microsoft.com/office/drawing/2014/main" id="{0FA78A69-A786-8A6B-EAC9-125DD904E273}"/>
                </a:ext>
              </a:extLst>
            </p:cNvPr>
            <p:cNvSpPr txBox="1"/>
            <p:nvPr/>
          </p:nvSpPr>
          <p:spPr>
            <a:xfrm>
              <a:off x="0" y="-38100"/>
              <a:ext cx="128978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B5A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F3232-ACF3-88BE-6C4A-BF1231882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>
            <a:extLst>
              <a:ext uri="{FF2B5EF4-FFF2-40B4-BE49-F238E27FC236}">
                <a16:creationId xmlns:a16="http://schemas.microsoft.com/office/drawing/2014/main" id="{9C03E04C-3314-F349-5579-4160C6CE9E80}"/>
              </a:ext>
            </a:extLst>
          </p:cNvPr>
          <p:cNvGrpSpPr/>
          <p:nvPr/>
        </p:nvGrpSpPr>
        <p:grpSpPr>
          <a:xfrm rot="5400000">
            <a:off x="-1929039" y="1944874"/>
            <a:ext cx="4534073" cy="643979"/>
            <a:chOff x="0" y="0"/>
            <a:chExt cx="1289781" cy="183189"/>
          </a:xfrm>
          <a:solidFill>
            <a:srgbClr val="8EB5AE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D558F1DE-07BA-FD79-FAE8-BF43BA8943E2}"/>
                </a:ext>
              </a:extLst>
            </p:cNvPr>
            <p:cNvSpPr/>
            <p:nvPr/>
          </p:nvSpPr>
          <p:spPr>
            <a:xfrm>
              <a:off x="0" y="0"/>
              <a:ext cx="1289781" cy="183189"/>
            </a:xfrm>
            <a:custGeom>
              <a:avLst/>
              <a:gdLst/>
              <a:ahLst/>
              <a:cxnLst/>
              <a:rect l="l" t="t" r="r" b="b"/>
              <a:pathLst>
                <a:path w="1289781" h="183189">
                  <a:moveTo>
                    <a:pt x="0" y="0"/>
                  </a:moveTo>
                  <a:lnTo>
                    <a:pt x="1289781" y="0"/>
                  </a:lnTo>
                  <a:lnTo>
                    <a:pt x="128978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7" name="TextBox 6">
              <a:extLst>
                <a:ext uri="{FF2B5EF4-FFF2-40B4-BE49-F238E27FC236}">
                  <a16:creationId xmlns:a16="http://schemas.microsoft.com/office/drawing/2014/main" id="{71CF9ACC-9FA6-4991-7861-8B4A986ABD9E}"/>
                </a:ext>
              </a:extLst>
            </p:cNvPr>
            <p:cNvSpPr txBox="1"/>
            <p:nvPr/>
          </p:nvSpPr>
          <p:spPr>
            <a:xfrm>
              <a:off x="0" y="-38100"/>
              <a:ext cx="128978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  <p:sp>
        <p:nvSpPr>
          <p:cNvPr id="2" name="TextBox 2">
            <a:extLst>
              <a:ext uri="{FF2B5EF4-FFF2-40B4-BE49-F238E27FC236}">
                <a16:creationId xmlns:a16="http://schemas.microsoft.com/office/drawing/2014/main" id="{785B5282-230B-BA4E-2254-275AB0800699}"/>
              </a:ext>
            </a:extLst>
          </p:cNvPr>
          <p:cNvSpPr txBox="1"/>
          <p:nvPr/>
        </p:nvSpPr>
        <p:spPr>
          <a:xfrm>
            <a:off x="3487376" y="3907936"/>
            <a:ext cx="11313248" cy="281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IMPLEMENTATION DE L’ARCHI + BONNES PRATIQUES DE DEV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0C0D08F-4E8C-3F7A-CFF3-56122407A0DC}"/>
              </a:ext>
            </a:extLst>
          </p:cNvPr>
          <p:cNvSpPr txBox="1"/>
          <p:nvPr/>
        </p:nvSpPr>
        <p:spPr>
          <a:xfrm>
            <a:off x="12560017" y="-353916"/>
            <a:ext cx="5174878" cy="297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59"/>
              </a:lnSpc>
            </a:pPr>
            <a:r>
              <a:rPr lang="en-US" sz="18542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A103030-0341-5083-6A4B-81E2B75003CF}"/>
              </a:ext>
            </a:extLst>
          </p:cNvPr>
          <p:cNvSpPr txBox="1"/>
          <p:nvPr/>
        </p:nvSpPr>
        <p:spPr>
          <a:xfrm>
            <a:off x="569114" y="306139"/>
            <a:ext cx="5526886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C10.1</a:t>
            </a:r>
          </a:p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C10.2</a:t>
            </a:r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8E414C4F-2DCE-02F2-1888-D6AE10A58368}"/>
              </a:ext>
            </a:extLst>
          </p:cNvPr>
          <p:cNvGrpSpPr/>
          <p:nvPr/>
        </p:nvGrpSpPr>
        <p:grpSpPr>
          <a:xfrm rot="5400000">
            <a:off x="15789848" y="7698147"/>
            <a:ext cx="4534072" cy="643979"/>
            <a:chOff x="0" y="0"/>
            <a:chExt cx="731571" cy="183189"/>
          </a:xfrm>
          <a:solidFill>
            <a:srgbClr val="EBAD80"/>
          </a:solidFill>
        </p:grpSpPr>
        <p:sp>
          <p:nvSpPr>
            <p:cNvPr id="7" name="Freeform 15">
              <a:extLst>
                <a:ext uri="{FF2B5EF4-FFF2-40B4-BE49-F238E27FC236}">
                  <a16:creationId xmlns:a16="http://schemas.microsoft.com/office/drawing/2014/main" id="{45038795-57F6-0A20-F451-790F42F4BC3F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16">
              <a:extLst>
                <a:ext uri="{FF2B5EF4-FFF2-40B4-BE49-F238E27FC236}">
                  <a16:creationId xmlns:a16="http://schemas.microsoft.com/office/drawing/2014/main" id="{25032D02-BDD5-DA95-7AA0-5B597BA210D4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5604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B5A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06E55-3455-8A22-8966-C7057ECB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2">
            <a:extLst>
              <a:ext uri="{FF2B5EF4-FFF2-40B4-BE49-F238E27FC236}">
                <a16:creationId xmlns:a16="http://schemas.microsoft.com/office/drawing/2014/main" id="{093F9BA0-76C0-2999-A6C8-AB527F690DF2}"/>
              </a:ext>
            </a:extLst>
          </p:cNvPr>
          <p:cNvSpPr txBox="1"/>
          <p:nvPr/>
        </p:nvSpPr>
        <p:spPr>
          <a:xfrm>
            <a:off x="3487376" y="3907936"/>
            <a:ext cx="11313248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ORGANISATION ET SEGMENTATION DU CODE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1F315980-593F-047A-6D08-4CE9E511CCDD}"/>
              </a:ext>
            </a:extLst>
          </p:cNvPr>
          <p:cNvSpPr txBox="1"/>
          <p:nvPr/>
        </p:nvSpPr>
        <p:spPr>
          <a:xfrm>
            <a:off x="12560017" y="-353916"/>
            <a:ext cx="5174878" cy="297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59"/>
              </a:lnSpc>
            </a:pPr>
            <a:r>
              <a:rPr lang="en-US" sz="18542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A5</a:t>
            </a: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D4AA85CA-3274-8721-0F9B-A1BC9163CE85}"/>
              </a:ext>
            </a:extLst>
          </p:cNvPr>
          <p:cNvSpPr txBox="1"/>
          <p:nvPr/>
        </p:nvSpPr>
        <p:spPr>
          <a:xfrm>
            <a:off x="569114" y="306139"/>
            <a:ext cx="5526886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C11.1</a:t>
            </a:r>
          </a:p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C11.2</a:t>
            </a:r>
          </a:p>
        </p:txBody>
      </p:sp>
      <p:grpSp>
        <p:nvGrpSpPr>
          <p:cNvPr id="20" name="Group 14">
            <a:extLst>
              <a:ext uri="{FF2B5EF4-FFF2-40B4-BE49-F238E27FC236}">
                <a16:creationId xmlns:a16="http://schemas.microsoft.com/office/drawing/2014/main" id="{545ABB6C-C0DE-7A08-47C9-06852C3A8948}"/>
              </a:ext>
            </a:extLst>
          </p:cNvPr>
          <p:cNvGrpSpPr/>
          <p:nvPr/>
        </p:nvGrpSpPr>
        <p:grpSpPr>
          <a:xfrm rot="5400000">
            <a:off x="15789848" y="7698147"/>
            <a:ext cx="4534072" cy="643979"/>
            <a:chOff x="0" y="0"/>
            <a:chExt cx="731571" cy="183189"/>
          </a:xfrm>
          <a:solidFill>
            <a:srgbClr val="EBAD80"/>
          </a:solidFill>
        </p:grpSpPr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74E299F-63F6-D755-4A50-FB92907759ED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16">
              <a:extLst>
                <a:ext uri="{FF2B5EF4-FFF2-40B4-BE49-F238E27FC236}">
                  <a16:creationId xmlns:a16="http://schemas.microsoft.com/office/drawing/2014/main" id="{5D9F90F1-22D8-218C-50CE-240F015F12F6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62993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B5A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81F63-9AAD-2533-18DF-D43F6DF9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BED2791E-B8B3-049B-CAC8-CDA3D2ED26D7}"/>
              </a:ext>
            </a:extLst>
          </p:cNvPr>
          <p:cNvSpPr txBox="1"/>
          <p:nvPr/>
        </p:nvSpPr>
        <p:spPr>
          <a:xfrm rot="5400000">
            <a:off x="5902286" y="-5902288"/>
            <a:ext cx="10287001" cy="22091576"/>
          </a:xfrm>
          <a:prstGeom prst="rect">
            <a:avLst/>
          </a:prstGeom>
        </p:spPr>
        <p:txBody>
          <a:bodyPr lIns="49214" tIns="49214" rIns="49214" bIns="49214" rtlCol="0" anchor="ctr"/>
          <a:lstStyle/>
          <a:p>
            <a:pPr algn="ctr">
              <a:lnSpc>
                <a:spcPts val="2490"/>
              </a:lnSpc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01A30-C0F5-BE50-BB01-31CC4BED3C06}"/>
              </a:ext>
            </a:extLst>
          </p:cNvPr>
          <p:cNvSpPr txBox="1"/>
          <p:nvPr/>
        </p:nvSpPr>
        <p:spPr>
          <a:xfrm>
            <a:off x="3487376" y="3907936"/>
            <a:ext cx="11313248" cy="3794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IMPLEMENTATION ALGORITHMIQUE ET D’ALGORITHMES ORIGINAUX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BDAD3-784F-758E-436B-87601B080B36}"/>
              </a:ext>
            </a:extLst>
          </p:cNvPr>
          <p:cNvSpPr txBox="1"/>
          <p:nvPr/>
        </p:nvSpPr>
        <p:spPr>
          <a:xfrm>
            <a:off x="12560017" y="-353916"/>
            <a:ext cx="5174878" cy="297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59"/>
              </a:lnSpc>
            </a:pPr>
            <a:r>
              <a:rPr lang="en-US" sz="18542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92A29-BA65-0C7B-D06E-7DDD399B8788}"/>
              </a:ext>
            </a:extLst>
          </p:cNvPr>
          <p:cNvSpPr txBox="1"/>
          <p:nvPr/>
        </p:nvSpPr>
        <p:spPr>
          <a:xfrm>
            <a:off x="569114" y="306139"/>
            <a:ext cx="5526886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C12.1</a:t>
            </a:r>
          </a:p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C12.2</a:t>
            </a:r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6CB17597-B572-ED65-85FE-D5785251C8C2}"/>
              </a:ext>
            </a:extLst>
          </p:cNvPr>
          <p:cNvGrpSpPr/>
          <p:nvPr/>
        </p:nvGrpSpPr>
        <p:grpSpPr>
          <a:xfrm rot="5400000">
            <a:off x="15789848" y="7698147"/>
            <a:ext cx="4534072" cy="643979"/>
            <a:chOff x="0" y="0"/>
            <a:chExt cx="731571" cy="183189"/>
          </a:xfrm>
          <a:solidFill>
            <a:srgbClr val="EBAD80"/>
          </a:solidFill>
        </p:grpSpPr>
        <p:sp>
          <p:nvSpPr>
            <p:cNvPr id="7" name="Freeform 15">
              <a:extLst>
                <a:ext uri="{FF2B5EF4-FFF2-40B4-BE49-F238E27FC236}">
                  <a16:creationId xmlns:a16="http://schemas.microsoft.com/office/drawing/2014/main" id="{3370BE9C-6CE7-1C48-1239-867E9E6FCDB3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16">
              <a:extLst>
                <a:ext uri="{FF2B5EF4-FFF2-40B4-BE49-F238E27FC236}">
                  <a16:creationId xmlns:a16="http://schemas.microsoft.com/office/drawing/2014/main" id="{09DBD3B1-FF56-6432-51F9-E6C29A7ADD91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34623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B5A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C49CAA-AE3B-B0A3-CFED-91F858583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1">
            <a:extLst>
              <a:ext uri="{FF2B5EF4-FFF2-40B4-BE49-F238E27FC236}">
                <a16:creationId xmlns:a16="http://schemas.microsoft.com/office/drawing/2014/main" id="{16CFC3AC-60BA-83E2-3765-BC073AE76607}"/>
              </a:ext>
            </a:extLst>
          </p:cNvPr>
          <p:cNvGrpSpPr/>
          <p:nvPr/>
        </p:nvGrpSpPr>
        <p:grpSpPr>
          <a:xfrm rot="5400000">
            <a:off x="4005577" y="-3995592"/>
            <a:ext cx="10287004" cy="18277841"/>
            <a:chOff x="0" y="0"/>
            <a:chExt cx="731571" cy="183189"/>
          </a:xfrm>
          <a:solidFill>
            <a:srgbClr val="EBAD80"/>
          </a:solidFill>
        </p:grpSpPr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119DBE8C-790D-987B-3F4D-992E3024F6BB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>
                <a:solidFill>
                  <a:srgbClr val="064C72"/>
                </a:solidFill>
              </a:endParaRPr>
            </a:p>
          </p:txBody>
        </p:sp>
        <p:sp>
          <p:nvSpPr>
            <p:cNvPr id="11" name="TextBox 13">
              <a:extLst>
                <a:ext uri="{FF2B5EF4-FFF2-40B4-BE49-F238E27FC236}">
                  <a16:creationId xmlns:a16="http://schemas.microsoft.com/office/drawing/2014/main" id="{31984801-21FA-7475-CE7E-11B11A7EEC2D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sp>
        <p:nvSpPr>
          <p:cNvPr id="2" name="TextBox 13">
            <a:extLst>
              <a:ext uri="{FF2B5EF4-FFF2-40B4-BE49-F238E27FC236}">
                <a16:creationId xmlns:a16="http://schemas.microsoft.com/office/drawing/2014/main" id="{3A87446F-8010-77DA-DEC7-391484594972}"/>
              </a:ext>
            </a:extLst>
          </p:cNvPr>
          <p:cNvSpPr txBox="1"/>
          <p:nvPr/>
        </p:nvSpPr>
        <p:spPr>
          <a:xfrm rot="5400000">
            <a:off x="5902286" y="-5902288"/>
            <a:ext cx="10287001" cy="22091576"/>
          </a:xfrm>
          <a:prstGeom prst="rect">
            <a:avLst/>
          </a:prstGeom>
        </p:spPr>
        <p:txBody>
          <a:bodyPr lIns="49214" tIns="49214" rIns="49214" bIns="49214" rtlCol="0" anchor="ctr"/>
          <a:lstStyle/>
          <a:p>
            <a:pPr algn="ctr">
              <a:lnSpc>
                <a:spcPts val="2490"/>
              </a:lnSpc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46014-D72E-541A-6608-7DA579419E9D}"/>
              </a:ext>
            </a:extLst>
          </p:cNvPr>
          <p:cNvSpPr txBox="1"/>
          <p:nvPr/>
        </p:nvSpPr>
        <p:spPr>
          <a:xfrm>
            <a:off x="3487376" y="3907936"/>
            <a:ext cx="11313248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PERSISTANCE DES DONNEES (COMPARATIF)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E19A0-DC9C-EEED-5825-AB8AAFF63D3C}"/>
              </a:ext>
            </a:extLst>
          </p:cNvPr>
          <p:cNvSpPr txBox="1"/>
          <p:nvPr/>
        </p:nvSpPr>
        <p:spPr>
          <a:xfrm>
            <a:off x="12560017" y="-353916"/>
            <a:ext cx="5174878" cy="297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59"/>
              </a:lnSpc>
            </a:pPr>
            <a:r>
              <a:rPr lang="en-US" sz="18542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BF1AC-448E-E6AB-0556-F8D5968700BA}"/>
              </a:ext>
            </a:extLst>
          </p:cNvPr>
          <p:cNvSpPr txBox="1"/>
          <p:nvPr/>
        </p:nvSpPr>
        <p:spPr>
          <a:xfrm>
            <a:off x="569114" y="306139"/>
            <a:ext cx="5526886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C13.1</a:t>
            </a:r>
          </a:p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C13.2</a:t>
            </a:r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D8D797B3-A8B9-C921-64F0-BF2C9B054D86}"/>
              </a:ext>
            </a:extLst>
          </p:cNvPr>
          <p:cNvGrpSpPr/>
          <p:nvPr/>
        </p:nvGrpSpPr>
        <p:grpSpPr>
          <a:xfrm rot="5400000">
            <a:off x="15789848" y="7698147"/>
            <a:ext cx="4534072" cy="643979"/>
            <a:chOff x="0" y="0"/>
            <a:chExt cx="731571" cy="183189"/>
          </a:xfrm>
        </p:grpSpPr>
        <p:sp>
          <p:nvSpPr>
            <p:cNvPr id="7" name="Freeform 15">
              <a:extLst>
                <a:ext uri="{FF2B5EF4-FFF2-40B4-BE49-F238E27FC236}">
                  <a16:creationId xmlns:a16="http://schemas.microsoft.com/office/drawing/2014/main" id="{BAD90A18-9780-B53C-FE7D-881653912B90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F1EBE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16">
              <a:extLst>
                <a:ext uri="{FF2B5EF4-FFF2-40B4-BE49-F238E27FC236}">
                  <a16:creationId xmlns:a16="http://schemas.microsoft.com/office/drawing/2014/main" id="{F1814C37-51CD-E107-D4E0-0EC12B3D3FEB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21119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B5A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6642C-C17F-7003-5ECE-5BDF21DBD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11">
            <a:extLst>
              <a:ext uri="{FF2B5EF4-FFF2-40B4-BE49-F238E27FC236}">
                <a16:creationId xmlns:a16="http://schemas.microsoft.com/office/drawing/2014/main" id="{8FC82583-3983-C096-63A6-8B305B6180B5}"/>
              </a:ext>
            </a:extLst>
          </p:cNvPr>
          <p:cNvGrpSpPr/>
          <p:nvPr/>
        </p:nvGrpSpPr>
        <p:grpSpPr>
          <a:xfrm rot="5400000">
            <a:off x="4005577" y="-3995592"/>
            <a:ext cx="10287004" cy="18277841"/>
            <a:chOff x="0" y="0"/>
            <a:chExt cx="731571" cy="183189"/>
          </a:xfrm>
          <a:solidFill>
            <a:srgbClr val="EBAD80"/>
          </a:solidFill>
        </p:grpSpPr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3147F166-CDD1-0B5F-1CD7-1677068B5C50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>
                <a:solidFill>
                  <a:srgbClr val="064C72"/>
                </a:solidFill>
              </a:endParaRPr>
            </a:p>
          </p:txBody>
        </p:sp>
        <p:sp>
          <p:nvSpPr>
            <p:cNvPr id="11" name="TextBox 13">
              <a:extLst>
                <a:ext uri="{FF2B5EF4-FFF2-40B4-BE49-F238E27FC236}">
                  <a16:creationId xmlns:a16="http://schemas.microsoft.com/office/drawing/2014/main" id="{30FDE07B-9C80-5BEC-4277-C6FD85791AC1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  <a:grpFill/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sp>
        <p:nvSpPr>
          <p:cNvPr id="2" name="TextBox 13">
            <a:extLst>
              <a:ext uri="{FF2B5EF4-FFF2-40B4-BE49-F238E27FC236}">
                <a16:creationId xmlns:a16="http://schemas.microsoft.com/office/drawing/2014/main" id="{DE197006-2D4C-3610-F866-D0DCB007B38B}"/>
              </a:ext>
            </a:extLst>
          </p:cNvPr>
          <p:cNvSpPr txBox="1"/>
          <p:nvPr/>
        </p:nvSpPr>
        <p:spPr>
          <a:xfrm rot="5400000">
            <a:off x="5902286" y="-5902288"/>
            <a:ext cx="10287001" cy="22091576"/>
          </a:xfrm>
          <a:prstGeom prst="rect">
            <a:avLst/>
          </a:prstGeom>
        </p:spPr>
        <p:txBody>
          <a:bodyPr lIns="49214" tIns="49214" rIns="49214" bIns="49214" rtlCol="0" anchor="ctr"/>
          <a:lstStyle/>
          <a:p>
            <a:pPr algn="ctr">
              <a:lnSpc>
                <a:spcPts val="2490"/>
              </a:lnSpc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6292F-9BC3-53C0-6BE2-0EFFD413EE64}"/>
              </a:ext>
            </a:extLst>
          </p:cNvPr>
          <p:cNvSpPr txBox="1"/>
          <p:nvPr/>
        </p:nvSpPr>
        <p:spPr>
          <a:xfrm>
            <a:off x="3487376" y="3907936"/>
            <a:ext cx="11313248" cy="281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STRUCTURES DE DONNEES ET JUSTIFICATION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B7AA7-D30C-DC5F-825D-B75FF51EF697}"/>
              </a:ext>
            </a:extLst>
          </p:cNvPr>
          <p:cNvSpPr txBox="1"/>
          <p:nvPr/>
        </p:nvSpPr>
        <p:spPr>
          <a:xfrm>
            <a:off x="12560017" y="-353916"/>
            <a:ext cx="5174878" cy="297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959"/>
              </a:lnSpc>
            </a:pPr>
            <a:r>
              <a:rPr lang="en-US" sz="18542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A6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634A5B-EC7C-0CCC-D73E-7CE518DB2AC0}"/>
              </a:ext>
            </a:extLst>
          </p:cNvPr>
          <p:cNvSpPr txBox="1"/>
          <p:nvPr/>
        </p:nvSpPr>
        <p:spPr>
          <a:xfrm>
            <a:off x="569114" y="306139"/>
            <a:ext cx="5526886" cy="1844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C14.1</a:t>
            </a:r>
          </a:p>
          <a:p>
            <a:pPr>
              <a:lnSpc>
                <a:spcPts val="7609"/>
              </a:lnSpc>
            </a:pPr>
            <a:r>
              <a:rPr lang="en-US" sz="5435" b="1" dirty="0">
                <a:solidFill>
                  <a:srgbClr val="F1EAE0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B2 - C14.2</a:t>
            </a:r>
          </a:p>
        </p:txBody>
      </p:sp>
      <p:grpSp>
        <p:nvGrpSpPr>
          <p:cNvPr id="6" name="Group 14">
            <a:extLst>
              <a:ext uri="{FF2B5EF4-FFF2-40B4-BE49-F238E27FC236}">
                <a16:creationId xmlns:a16="http://schemas.microsoft.com/office/drawing/2014/main" id="{0EDF570F-38A6-740E-CE91-4FFDD6C0DCA2}"/>
              </a:ext>
            </a:extLst>
          </p:cNvPr>
          <p:cNvGrpSpPr/>
          <p:nvPr/>
        </p:nvGrpSpPr>
        <p:grpSpPr>
          <a:xfrm rot="5400000">
            <a:off x="15789848" y="7698147"/>
            <a:ext cx="4534072" cy="643979"/>
            <a:chOff x="0" y="0"/>
            <a:chExt cx="731571" cy="183189"/>
          </a:xfrm>
        </p:grpSpPr>
        <p:sp>
          <p:nvSpPr>
            <p:cNvPr id="7" name="Freeform 15">
              <a:extLst>
                <a:ext uri="{FF2B5EF4-FFF2-40B4-BE49-F238E27FC236}">
                  <a16:creationId xmlns:a16="http://schemas.microsoft.com/office/drawing/2014/main" id="{ED973157-E5E4-22D4-51C1-138B9BAEA9C0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F1EBE1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16">
              <a:extLst>
                <a:ext uri="{FF2B5EF4-FFF2-40B4-BE49-F238E27FC236}">
                  <a16:creationId xmlns:a16="http://schemas.microsoft.com/office/drawing/2014/main" id="{69F6E67C-9E8D-0F30-55C2-3348E96FBF8B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59584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81537-21E2-B500-C1F3-3F371466B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>
            <a:extLst>
              <a:ext uri="{FF2B5EF4-FFF2-40B4-BE49-F238E27FC236}">
                <a16:creationId xmlns:a16="http://schemas.microsoft.com/office/drawing/2014/main" id="{17ABBCB9-6250-98F2-5F67-01D2DDE36A26}"/>
              </a:ext>
            </a:extLst>
          </p:cNvPr>
          <p:cNvSpPr txBox="1"/>
          <p:nvPr/>
        </p:nvSpPr>
        <p:spPr>
          <a:xfrm>
            <a:off x="2658277" y="3085144"/>
            <a:ext cx="12267312" cy="2815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66"/>
              </a:lnSpc>
            </a:pPr>
            <a:r>
              <a:rPr lang="en-US" sz="8261" b="1" dirty="0">
                <a:solidFill>
                  <a:srgbClr val="064C72"/>
                </a:solidFill>
                <a:latin typeface="Cy Grotesk Wide Bold"/>
                <a:ea typeface="Cy Grotesk Wide Bold"/>
                <a:cs typeface="Cy Grotesk Wide Bold"/>
                <a:sym typeface="Cy Grotesk Wide Bold"/>
              </a:rPr>
              <a:t>MERCI POUR VOTRE ECOUTE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92F3BAEC-8132-3CB8-BC88-F4EC89D3DA60}"/>
              </a:ext>
            </a:extLst>
          </p:cNvPr>
          <p:cNvSpPr/>
          <p:nvPr/>
        </p:nvSpPr>
        <p:spPr>
          <a:xfrm flipV="1">
            <a:off x="2658277" y="7672438"/>
            <a:ext cx="946444" cy="0"/>
          </a:xfrm>
          <a:prstGeom prst="line">
            <a:avLst/>
          </a:prstGeom>
          <a:ln w="57150" cap="flat">
            <a:solidFill>
              <a:srgbClr val="EAAC8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solidFill>
                <a:srgbClr val="064C72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FDFCF92-2AB3-C6D2-6313-6A83028E42C7}"/>
              </a:ext>
            </a:extLst>
          </p:cNvPr>
          <p:cNvSpPr/>
          <p:nvPr/>
        </p:nvSpPr>
        <p:spPr>
          <a:xfrm flipV="1">
            <a:off x="2658277" y="1909789"/>
            <a:ext cx="946444" cy="0"/>
          </a:xfrm>
          <a:prstGeom prst="line">
            <a:avLst/>
          </a:prstGeom>
          <a:ln w="57150" cap="flat">
            <a:solidFill>
              <a:srgbClr val="EAAC8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solidFill>
                <a:srgbClr val="064C72"/>
              </a:solidFill>
            </a:endParaRP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2AF4A921-EFE9-6B25-C715-5760F0A5F197}"/>
              </a:ext>
            </a:extLst>
          </p:cNvPr>
          <p:cNvGrpSpPr/>
          <p:nvPr/>
        </p:nvGrpSpPr>
        <p:grpSpPr>
          <a:xfrm rot="5400000">
            <a:off x="16906872" y="3534145"/>
            <a:ext cx="2571750" cy="643979"/>
            <a:chOff x="0" y="0"/>
            <a:chExt cx="731571" cy="183189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9281DF9-4CB6-834E-7DEE-0B74C255AAA6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DF5C3E"/>
            </a:solidFill>
          </p:spPr>
          <p:txBody>
            <a:bodyPr/>
            <a:lstStyle/>
            <a:p>
              <a:endParaRPr lang="fr-FR" dirty="0">
                <a:solidFill>
                  <a:srgbClr val="064C72"/>
                </a:solidFill>
              </a:endParaRPr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9805BEAE-F5E9-6236-9F86-8624BC2E6C77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D6774AA4-D3D3-00EE-EEB5-1BE5E9664EEB}"/>
              </a:ext>
            </a:extLst>
          </p:cNvPr>
          <p:cNvGrpSpPr/>
          <p:nvPr/>
        </p:nvGrpSpPr>
        <p:grpSpPr>
          <a:xfrm rot="5400000">
            <a:off x="16906128" y="6108131"/>
            <a:ext cx="2573241" cy="643979"/>
            <a:chOff x="0" y="0"/>
            <a:chExt cx="731995" cy="183189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37EC42DD-6481-8F5A-ABFF-1E7EE7B0594D}"/>
                </a:ext>
              </a:extLst>
            </p:cNvPr>
            <p:cNvSpPr/>
            <p:nvPr/>
          </p:nvSpPr>
          <p:spPr>
            <a:xfrm>
              <a:off x="0" y="0"/>
              <a:ext cx="731995" cy="183189"/>
            </a:xfrm>
            <a:custGeom>
              <a:avLst/>
              <a:gdLst/>
              <a:ahLst/>
              <a:cxnLst/>
              <a:rect l="l" t="t" r="r" b="b"/>
              <a:pathLst>
                <a:path w="731995" h="183189">
                  <a:moveTo>
                    <a:pt x="0" y="0"/>
                  </a:moveTo>
                  <a:lnTo>
                    <a:pt x="731995" y="0"/>
                  </a:lnTo>
                  <a:lnTo>
                    <a:pt x="731995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8EB5AE"/>
            </a:solidFill>
          </p:spPr>
          <p:txBody>
            <a:bodyPr/>
            <a:lstStyle/>
            <a:p>
              <a:endParaRPr lang="fr-FR">
                <a:solidFill>
                  <a:srgbClr val="064C72"/>
                </a:solidFill>
              </a:endParaRPr>
            </a:p>
          </p:txBody>
        </p:sp>
        <p:sp>
          <p:nvSpPr>
            <p:cNvPr id="12" name="TextBox 10">
              <a:extLst>
                <a:ext uri="{FF2B5EF4-FFF2-40B4-BE49-F238E27FC236}">
                  <a16:creationId xmlns:a16="http://schemas.microsoft.com/office/drawing/2014/main" id="{FCAF3F85-EB04-897A-2D1E-B5D949D4AF95}"/>
                </a:ext>
              </a:extLst>
            </p:cNvPr>
            <p:cNvSpPr txBox="1"/>
            <p:nvPr/>
          </p:nvSpPr>
          <p:spPr>
            <a:xfrm>
              <a:off x="0" y="-38100"/>
              <a:ext cx="731995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F1CCD125-40BE-5382-08A9-4BBCE7AD5DA0}"/>
              </a:ext>
            </a:extLst>
          </p:cNvPr>
          <p:cNvGrpSpPr/>
          <p:nvPr/>
        </p:nvGrpSpPr>
        <p:grpSpPr>
          <a:xfrm rot="5400000">
            <a:off x="16906873" y="8679137"/>
            <a:ext cx="2571750" cy="643979"/>
            <a:chOff x="0" y="0"/>
            <a:chExt cx="731571" cy="183189"/>
          </a:xfrm>
        </p:grpSpPr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479C9DC8-C639-7C5B-FBB7-5888AA938D31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EAAC80"/>
            </a:solidFill>
          </p:spPr>
          <p:txBody>
            <a:bodyPr/>
            <a:lstStyle/>
            <a:p>
              <a:endParaRPr lang="fr-FR">
                <a:solidFill>
                  <a:srgbClr val="064C72"/>
                </a:solidFill>
              </a:endParaRPr>
            </a:p>
          </p:txBody>
        </p:sp>
        <p:sp>
          <p:nvSpPr>
            <p:cNvPr id="15" name="TextBox 13">
              <a:extLst>
                <a:ext uri="{FF2B5EF4-FFF2-40B4-BE49-F238E27FC236}">
                  <a16:creationId xmlns:a16="http://schemas.microsoft.com/office/drawing/2014/main" id="{7925610C-2540-20BF-0AB3-F87AE2E9DDDF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grpSp>
        <p:nvGrpSpPr>
          <p:cNvPr id="16" name="Group 14">
            <a:extLst>
              <a:ext uri="{FF2B5EF4-FFF2-40B4-BE49-F238E27FC236}">
                <a16:creationId xmlns:a16="http://schemas.microsoft.com/office/drawing/2014/main" id="{4A78C02A-AECB-FE8D-E9CB-A7DE040E2BEB}"/>
              </a:ext>
            </a:extLst>
          </p:cNvPr>
          <p:cNvGrpSpPr/>
          <p:nvPr/>
        </p:nvGrpSpPr>
        <p:grpSpPr>
          <a:xfrm rot="5400000">
            <a:off x="16906872" y="968524"/>
            <a:ext cx="2571750" cy="643979"/>
            <a:chOff x="0" y="0"/>
            <a:chExt cx="731571" cy="183189"/>
          </a:xfrm>
        </p:grpSpPr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2FE52EAB-9770-6DD1-A0A9-EA58E8B9425E}"/>
                </a:ext>
              </a:extLst>
            </p:cNvPr>
            <p:cNvSpPr/>
            <p:nvPr/>
          </p:nvSpPr>
          <p:spPr>
            <a:xfrm>
              <a:off x="0" y="0"/>
              <a:ext cx="731571" cy="183189"/>
            </a:xfrm>
            <a:custGeom>
              <a:avLst/>
              <a:gdLst/>
              <a:ahLst/>
              <a:cxnLst/>
              <a:rect l="l" t="t" r="r" b="b"/>
              <a:pathLst>
                <a:path w="731571" h="183189">
                  <a:moveTo>
                    <a:pt x="0" y="0"/>
                  </a:moveTo>
                  <a:lnTo>
                    <a:pt x="731571" y="0"/>
                  </a:lnTo>
                  <a:lnTo>
                    <a:pt x="731571" y="183189"/>
                  </a:lnTo>
                  <a:lnTo>
                    <a:pt x="0" y="183189"/>
                  </a:lnTo>
                  <a:close/>
                </a:path>
              </a:pathLst>
            </a:custGeom>
            <a:solidFill>
              <a:srgbClr val="064C72"/>
            </a:solidFill>
          </p:spPr>
          <p:txBody>
            <a:bodyPr/>
            <a:lstStyle/>
            <a:p>
              <a:endParaRPr lang="fr-FR" dirty="0">
                <a:solidFill>
                  <a:srgbClr val="064C72"/>
                </a:solidFill>
              </a:endParaRPr>
            </a:p>
          </p:txBody>
        </p: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FEFD44BB-8357-FF99-B633-B32D14AE657B}"/>
                </a:ext>
              </a:extLst>
            </p:cNvPr>
            <p:cNvSpPr txBox="1"/>
            <p:nvPr/>
          </p:nvSpPr>
          <p:spPr>
            <a:xfrm>
              <a:off x="0" y="-38100"/>
              <a:ext cx="731571" cy="221289"/>
            </a:xfrm>
            <a:prstGeom prst="rect">
              <a:avLst/>
            </a:prstGeom>
          </p:spPr>
          <p:txBody>
            <a:bodyPr lIns="49214" tIns="49214" rIns="49214" bIns="49214" rtlCol="0" anchor="ctr"/>
            <a:lstStyle/>
            <a:p>
              <a:pPr algn="ctr">
                <a:lnSpc>
                  <a:spcPts val="2490"/>
                </a:lnSpc>
              </a:pPr>
              <a:endParaRPr>
                <a:solidFill>
                  <a:srgbClr val="064C72"/>
                </a:solidFill>
              </a:endParaRPr>
            </a:p>
          </p:txBody>
        </p:sp>
      </p:grpSp>
      <p:sp>
        <p:nvSpPr>
          <p:cNvPr id="20" name="TextBox 18">
            <a:extLst>
              <a:ext uri="{FF2B5EF4-FFF2-40B4-BE49-F238E27FC236}">
                <a16:creationId xmlns:a16="http://schemas.microsoft.com/office/drawing/2014/main" id="{E51DF40E-33A4-C7C1-9DBC-B77765362A0C}"/>
              </a:ext>
            </a:extLst>
          </p:cNvPr>
          <p:cNvSpPr txBox="1"/>
          <p:nvPr/>
        </p:nvSpPr>
        <p:spPr>
          <a:xfrm>
            <a:off x="2658277" y="808840"/>
            <a:ext cx="3444175" cy="43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sz="2615" spc="829" dirty="0">
                <a:solidFill>
                  <a:srgbClr val="064C72"/>
                </a:solidFill>
                <a:latin typeface="Cy Grotesk Wide"/>
                <a:ea typeface="Cy Grotesk Wide"/>
                <a:cs typeface="Cy Grotesk Wide"/>
                <a:sym typeface="Cy Grotesk Wide"/>
              </a:rPr>
              <a:t>EPITECH</a:t>
            </a: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23A36142-791A-6690-A2E4-91A11773A8C3}"/>
              </a:ext>
            </a:extLst>
          </p:cNvPr>
          <p:cNvSpPr txBox="1"/>
          <p:nvPr/>
        </p:nvSpPr>
        <p:spPr>
          <a:xfrm rot="-5400000">
            <a:off x="-31428" y="771386"/>
            <a:ext cx="1567206" cy="514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3191" b="1" dirty="0">
                <a:solidFill>
                  <a:srgbClr val="064C72"/>
                </a:solidFill>
                <a:latin typeface="Cy Grotesk Wide Semi-Bold"/>
                <a:ea typeface="Cy Grotesk Wide Semi-Bold"/>
                <a:cs typeface="Cy Grotesk Wide Semi-Bold"/>
                <a:sym typeface="Cy Grotesk Wide Semi-Bold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718705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183</Words>
  <Application>Microsoft Macintosh PowerPoint</Application>
  <PresentationFormat>Personnalisé</PresentationFormat>
  <Paragraphs>58</Paragraphs>
  <Slides>11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Cy Grotesk Wide Semi-Bold</vt:lpstr>
      <vt:lpstr>Calibri</vt:lpstr>
      <vt:lpstr>Cy Grotesk Wide Bold</vt:lpstr>
      <vt:lpstr>Cy Grotesk Wide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Copie de Evaluation des compétences certificatives</dc:title>
  <cp:lastModifiedBy>Evan Durand arranz herranz</cp:lastModifiedBy>
  <cp:revision>5</cp:revision>
  <dcterms:created xsi:type="dcterms:W3CDTF">2006-08-16T00:00:00Z</dcterms:created>
  <dcterms:modified xsi:type="dcterms:W3CDTF">2026-02-17T13:38:50Z</dcterms:modified>
  <dc:identifier>DAGrilGovCA</dc:identifier>
</cp:coreProperties>
</file>